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64C03-64F8-4040-A1F2-4A655638CE6E}" v="9" dt="2026-02-10T21:36:47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/>
    <p:restoredTop sz="94685"/>
  </p:normalViewPr>
  <p:slideViewPr>
    <p:cSldViewPr snapToGrid="0">
      <p:cViewPr varScale="1">
        <p:scale>
          <a:sx n="117" d="100"/>
          <a:sy n="117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 Hunt" userId="8ff511dd-179e-4dfc-829c-6ca5858d94c0" providerId="ADAL" clId="{088CB997-6AE9-5886-A638-DFD6F1F1FD63}"/>
    <pc:docChg chg="undo custSel modSld">
      <pc:chgData name="Ed Hunt" userId="8ff511dd-179e-4dfc-829c-6ca5858d94c0" providerId="ADAL" clId="{088CB997-6AE9-5886-A638-DFD6F1F1FD63}" dt="2026-02-10T21:38:39.974" v="519" actId="1038"/>
      <pc:docMkLst>
        <pc:docMk/>
      </pc:docMkLst>
      <pc:sldChg chg="addSp delSp modSp mod">
        <pc:chgData name="Ed Hunt" userId="8ff511dd-179e-4dfc-829c-6ca5858d94c0" providerId="ADAL" clId="{088CB997-6AE9-5886-A638-DFD6F1F1FD63}" dt="2026-02-10T21:38:39.974" v="519" actId="1038"/>
        <pc:sldMkLst>
          <pc:docMk/>
          <pc:sldMk cId="4025071435" sldId="256"/>
        </pc:sldMkLst>
        <pc:spChg chg="add mod">
          <ac:chgData name="Ed Hunt" userId="8ff511dd-179e-4dfc-829c-6ca5858d94c0" providerId="ADAL" clId="{088CB997-6AE9-5886-A638-DFD6F1F1FD63}" dt="2026-02-10T21:37:10.242" v="508" actId="1035"/>
          <ac:spMkLst>
            <pc:docMk/>
            <pc:sldMk cId="4025071435" sldId="256"/>
            <ac:spMk id="2" creationId="{E3BCA7C2-B5C9-4812-04FE-0AE31C23B85E}"/>
          </ac:spMkLst>
        </pc:spChg>
        <pc:spChg chg="add mod">
          <ac:chgData name="Ed Hunt" userId="8ff511dd-179e-4dfc-829c-6ca5858d94c0" providerId="ADAL" clId="{088CB997-6AE9-5886-A638-DFD6F1F1FD63}" dt="2026-02-10T21:36:47.286" v="495" actId="164"/>
          <ac:spMkLst>
            <pc:docMk/>
            <pc:sldMk cId="4025071435" sldId="256"/>
            <ac:spMk id="3" creationId="{105620B4-A885-F18F-2DF8-20C3339CB6E9}"/>
          </ac:spMkLst>
        </pc:spChg>
        <pc:spChg chg="del mod">
          <ac:chgData name="Ed Hunt" userId="8ff511dd-179e-4dfc-829c-6ca5858d94c0" providerId="ADAL" clId="{088CB997-6AE9-5886-A638-DFD6F1F1FD63}" dt="2026-02-10T21:13:18.289" v="170" actId="478"/>
          <ac:spMkLst>
            <pc:docMk/>
            <pc:sldMk cId="4025071435" sldId="256"/>
            <ac:spMk id="5" creationId="{F5F3B996-03CA-4CA9-10FB-E997EE0D9CE4}"/>
          </ac:spMkLst>
        </pc:spChg>
        <pc:spChg chg="del mod">
          <ac:chgData name="Ed Hunt" userId="8ff511dd-179e-4dfc-829c-6ca5858d94c0" providerId="ADAL" clId="{088CB997-6AE9-5886-A638-DFD6F1F1FD63}" dt="2026-02-10T21:34:50.854" v="428" actId="478"/>
          <ac:spMkLst>
            <pc:docMk/>
            <pc:sldMk cId="4025071435" sldId="256"/>
            <ac:spMk id="6" creationId="{FD65FD45-CD05-F603-6656-30DAFD70D8B3}"/>
          </ac:spMkLst>
        </pc:spChg>
        <pc:spChg chg="add del mod">
          <ac:chgData name="Ed Hunt" userId="8ff511dd-179e-4dfc-829c-6ca5858d94c0" providerId="ADAL" clId="{088CB997-6AE9-5886-A638-DFD6F1F1FD63}" dt="2026-02-10T21:10:58.249" v="96" actId="478"/>
          <ac:spMkLst>
            <pc:docMk/>
            <pc:sldMk cId="4025071435" sldId="256"/>
            <ac:spMk id="7" creationId="{E04E0AFD-C6D5-DE62-5431-6E26365B7A4B}"/>
          </ac:spMkLst>
        </pc:spChg>
        <pc:spChg chg="del mod">
          <ac:chgData name="Ed Hunt" userId="8ff511dd-179e-4dfc-829c-6ca5858d94c0" providerId="ADAL" clId="{088CB997-6AE9-5886-A638-DFD6F1F1FD63}" dt="2026-02-10T21:13:18.289" v="170" actId="478"/>
          <ac:spMkLst>
            <pc:docMk/>
            <pc:sldMk cId="4025071435" sldId="256"/>
            <ac:spMk id="8" creationId="{489C71A3-DAE7-0E3C-AB27-85F435CFF9EC}"/>
          </ac:spMkLst>
        </pc:spChg>
        <pc:spChg chg="add del mod">
          <ac:chgData name="Ed Hunt" userId="8ff511dd-179e-4dfc-829c-6ca5858d94c0" providerId="ADAL" clId="{088CB997-6AE9-5886-A638-DFD6F1F1FD63}" dt="2026-02-10T21:10:58.249" v="96" actId="478"/>
          <ac:spMkLst>
            <pc:docMk/>
            <pc:sldMk cId="4025071435" sldId="256"/>
            <ac:spMk id="9" creationId="{175D6373-8C47-6885-EC9C-81CEF8C94360}"/>
          </ac:spMkLst>
        </pc:spChg>
        <pc:grpChg chg="add mod">
          <ac:chgData name="Ed Hunt" userId="8ff511dd-179e-4dfc-829c-6ca5858d94c0" providerId="ADAL" clId="{088CB997-6AE9-5886-A638-DFD6F1F1FD63}" dt="2026-02-10T21:36:51.259" v="496" actId="1076"/>
          <ac:grpSpMkLst>
            <pc:docMk/>
            <pc:sldMk cId="4025071435" sldId="256"/>
            <ac:grpSpMk id="12" creationId="{DAE8007F-2E71-63C1-D49F-4EAD26AE071D}"/>
          </ac:grpSpMkLst>
        </pc:grpChg>
        <pc:grpChg chg="add mod">
          <ac:chgData name="Ed Hunt" userId="8ff511dd-179e-4dfc-829c-6ca5858d94c0" providerId="ADAL" clId="{088CB997-6AE9-5886-A638-DFD6F1F1FD63}" dt="2026-02-10T21:21:19.213" v="265" actId="164"/>
          <ac:grpSpMkLst>
            <pc:docMk/>
            <pc:sldMk cId="4025071435" sldId="256"/>
            <ac:grpSpMk id="21" creationId="{1D3DAE13-FE65-04AA-8262-AA3031D1133A}"/>
          </ac:grpSpMkLst>
        </pc:grpChg>
        <pc:cxnChg chg="add del mod">
          <ac:chgData name="Ed Hunt" userId="8ff511dd-179e-4dfc-829c-6ca5858d94c0" providerId="ADAL" clId="{088CB997-6AE9-5886-A638-DFD6F1F1FD63}" dt="2026-02-10T21:36:32.627" v="483" actId="478"/>
          <ac:cxnSpMkLst>
            <pc:docMk/>
            <pc:sldMk cId="4025071435" sldId="256"/>
            <ac:cxnSpMk id="8" creationId="{2ABA6622-AC55-ADA0-AE3E-2AD5EF034331}"/>
          </ac:cxnSpMkLst>
        </pc:cxnChg>
        <pc:cxnChg chg="add mod">
          <ac:chgData name="Ed Hunt" userId="8ff511dd-179e-4dfc-829c-6ca5858d94c0" providerId="ADAL" clId="{088CB997-6AE9-5886-A638-DFD6F1F1FD63}" dt="2026-02-10T21:38:39.974" v="519" actId="1038"/>
          <ac:cxnSpMkLst>
            <pc:docMk/>
            <pc:sldMk cId="4025071435" sldId="256"/>
            <ac:cxnSpMk id="11" creationId="{D7069761-F3B0-6B2F-6B32-A291E6FFCBC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115F-F6C4-FFCB-187B-717EFA26A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3E9C5-09B7-679E-16BF-4CDD326C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241AA-AEC8-F6ED-EC0E-AAB55863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CC538-C2F9-2B9A-7C57-DE41A12D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ADD5D-5399-9112-E956-DB6476E6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0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C48F-1D91-20D1-1FA3-98289AEA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1DBB7-8AA2-9697-804B-DFF5912CF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E9E5-5512-F986-7E21-C94DA222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4BDA-79AF-51D9-DEAB-F26532BB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68EA9-8730-C2E0-9AF6-0DE4E076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1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5EA4-3F9D-CFC4-1AB9-7E85A1F5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176C2-10EC-0187-A415-A3967DA2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282E-DDAA-9028-3ECB-E906EF5A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82E2-4885-7363-42B8-CC710A65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33A2F-D16D-D386-F5DD-B95A194D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1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C599-2026-5C74-5BFD-0BDB525B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1664-05AB-6703-6659-C7EE229AF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03651-DB20-53CF-9DF7-260DE684F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92B16-C41F-430C-166E-36A98499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7E01F-0482-647E-4757-1587A4E9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1C458-910B-A61E-9407-D044A763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C271-6C33-09C0-AF7F-2E51550E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90C83-A063-1044-37EF-B74588655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1859-0058-039D-B5D4-19187B31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82F3FD-1007-AC8E-BEA4-CC5D57C30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ADAF0-91BE-73DC-467A-EA45F74E9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843DB-079A-8693-09E6-A506086E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CB08A-5AC9-D194-271D-1E51385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6E5E7-4328-3C60-905A-058FE6AC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4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4BD0-9DF0-2847-35D2-B4B07D2C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376BA-7615-C34D-16A6-1F4550DF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44C07-B494-9BCB-F450-F1AFFFD9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99493-952D-23E8-6291-982581EC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1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DB457-1748-425F-5F1F-91291C84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DD6CB-EEF2-4973-7E33-E879E0D9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E3FBC-5F5D-D4C6-CB7E-28AC46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9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B4CD-1411-CC7C-47D4-2921CEE7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59B1-B076-AA8C-DD51-43996408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6E9CA-E9B9-B22D-4D5E-F53F8EC39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607B0-832D-E1DC-DF9B-9DE0A138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916B0-04CD-08BB-ED75-0B4EDB32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B6D9B-4487-4A88-ED5D-DE73339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CD0F-741F-15D5-9508-10D6BA26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99B1B-D7C4-B7E3-6324-AC76239A0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23322-7193-BDBC-4E54-46869B7E3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7164-D472-24C9-42B1-9B25BC3B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93E49-6C68-571F-916B-745F644F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85550-207F-3D8C-64D9-9324C2F2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0D51-0DB6-DDE0-0E89-C2EF0FE5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1A44-5A55-0847-788F-E35320063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0264-7064-D3CE-EA48-6A52FD87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31AC-598A-A216-E4EC-19871016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4D936-A2C2-4958-0CCB-8015A0D3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4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F6B32-A551-BFFE-A90B-ADA0441B0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96BAD-C2C3-7B60-ECDE-BDC57B508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519A3-5B48-B436-FD03-BF9D89F8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2B7DC-B5F8-FAC0-C46C-47029F33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43249-7F19-DEBA-03FE-E5F643BB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1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9E020-D09F-10FA-421C-C817B24C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86D30-BD58-FD30-853A-102C3E729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ECC7-99F2-D36F-AE18-708C73224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F6DA8-57BA-E248-A896-03AB8E7CD41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646F-1AC8-4A1D-232B-FB913ACE6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CAEB-9993-C544-A2C7-B4808B707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F7E84-FC27-4F45-8874-D3983C429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17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E8007F-2E71-63C1-D49F-4EAD26AE071D}"/>
              </a:ext>
            </a:extLst>
          </p:cNvPr>
          <p:cNvGrpSpPr/>
          <p:nvPr/>
        </p:nvGrpSpPr>
        <p:grpSpPr>
          <a:xfrm>
            <a:off x="-108855" y="1377066"/>
            <a:ext cx="12409709" cy="4141990"/>
            <a:chOff x="-32656" y="1568826"/>
            <a:chExt cx="12409709" cy="41419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BCA7C2-B5C9-4812-04FE-0AE31C23B85E}"/>
                </a:ext>
              </a:extLst>
            </p:cNvPr>
            <p:cNvSpPr txBox="1"/>
            <p:nvPr/>
          </p:nvSpPr>
          <p:spPr>
            <a:xfrm>
              <a:off x="-32656" y="1584700"/>
              <a:ext cx="6099716" cy="3770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23900" dirty="0">
                  <a:solidFill>
                    <a:srgbClr val="4E2C80"/>
                  </a:solidFill>
                  <a:latin typeface="Periodico Text Rg" panose="02000503060000020004" pitchFamily="2" charset="77"/>
                </a:rPr>
                <a:t>IMC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05620B4-A885-F18F-2DF8-20C3339CB6E9}"/>
                </a:ext>
              </a:extLst>
            </p:cNvPr>
            <p:cNvSpPr txBox="1"/>
            <p:nvPr/>
          </p:nvSpPr>
          <p:spPr>
            <a:xfrm>
              <a:off x="6197081" y="1853899"/>
              <a:ext cx="6179972" cy="3770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3900" dirty="0">
                  <a:latin typeface="Akkurat Pro" panose="02000503030000020004" pitchFamily="2" charset="0"/>
                </a:rPr>
                <a:t>POV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7069761-F3B0-6B2F-6B32-A291E6FFCBC2}"/>
                </a:ext>
              </a:extLst>
            </p:cNvPr>
            <p:cNvCxnSpPr>
              <a:cxnSpLocks/>
            </p:cNvCxnSpPr>
            <p:nvPr/>
          </p:nvCxnSpPr>
          <p:spPr>
            <a:xfrm>
              <a:off x="6197386" y="1568826"/>
              <a:ext cx="0" cy="414199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507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Akkurat Pro</vt:lpstr>
      <vt:lpstr>Aptos</vt:lpstr>
      <vt:lpstr>Aptos Display</vt:lpstr>
      <vt:lpstr>Arial</vt:lpstr>
      <vt:lpstr>Periodico Text Rg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3</cp:revision>
  <dcterms:created xsi:type="dcterms:W3CDTF">2026-02-03T20:59:17Z</dcterms:created>
  <dcterms:modified xsi:type="dcterms:W3CDTF">2026-02-10T21:38:49Z</dcterms:modified>
</cp:coreProperties>
</file>