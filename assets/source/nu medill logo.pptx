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0"/>
    <p:restoredTop sz="94700"/>
  </p:normalViewPr>
  <p:slideViewPr>
    <p:cSldViewPr snapToGrid="0">
      <p:cViewPr varScale="1">
        <p:scale>
          <a:sx n="108" d="100"/>
          <a:sy n="108" d="100"/>
        </p:scale>
        <p:origin x="24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115F-F6C4-FFCB-187B-717EFA26A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3E9C5-09B7-679E-16BF-4CDD326C5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241AA-AEC8-F6ED-EC0E-AAB55863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CC538-C2F9-2B9A-7C57-DE41A12D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ADD5D-5399-9112-E956-DB6476E6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0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C48F-1D91-20D1-1FA3-98289AEA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1DBB7-8AA2-9697-804B-DFF5912CF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E9E5-5512-F986-7E21-C94DA222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4BDA-79AF-51D9-DEAB-F26532BB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68EA9-8730-C2E0-9AF6-0DE4E076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1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5EA4-3F9D-CFC4-1AB9-7E85A1F5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176C2-10EC-0187-A415-A3967DA2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5282E-DDAA-9028-3ECB-E906EF5A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82E2-4885-7363-42B8-CC710A65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33A2F-D16D-D386-F5DD-B95A194D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1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C599-2026-5C74-5BFD-0BDB525B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1664-05AB-6703-6659-C7EE229AF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03651-DB20-53CF-9DF7-260DE684F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92B16-C41F-430C-166E-36A98499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7E01F-0482-647E-4757-1587A4E9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1C458-910B-A61E-9407-D044A763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0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C271-6C33-09C0-AF7F-2E51550E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90C83-A063-1044-37EF-B74588655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1859-0058-039D-B5D4-19187B31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82F3FD-1007-AC8E-BEA4-CC5D57C30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ADAF0-91BE-73DC-467A-EA45F74E9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5843DB-079A-8693-09E6-A506086E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CB08A-5AC9-D194-271D-1E51385E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6E5E7-4328-3C60-905A-058FE6AC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4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4BD0-9DF0-2847-35D2-B4B07D2C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376BA-7615-C34D-16A6-1F4550DF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44C07-B494-9BCB-F450-F1AFFFD9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99493-952D-23E8-6291-982581EC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1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DB457-1748-425F-5F1F-91291C84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DD6CB-EEF2-4973-7E33-E879E0D9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E3FBC-5F5D-D4C6-CB7E-28AC4681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9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B4CD-1411-CC7C-47D4-2921CEE7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59B1-B076-AA8C-DD51-43996408A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6E9CA-E9B9-B22D-4D5E-F53F8EC39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607B0-832D-E1DC-DF9B-9DE0A138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916B0-04CD-08BB-ED75-0B4EDB32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B6D9B-4487-4A88-ED5D-DE73339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CD0F-741F-15D5-9508-10D6BA26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99B1B-D7C4-B7E3-6324-AC76239A0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23322-7193-BDBC-4E54-46869B7E3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27164-D472-24C9-42B1-9B25BC3B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93E49-6C68-571F-916B-745F644F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85550-207F-3D8C-64D9-9324C2F2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8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0D51-0DB6-DDE0-0E89-C2EF0FE5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1A44-5A55-0847-788F-E35320063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F0264-7064-D3CE-EA48-6A52FD87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31AC-598A-A216-E4EC-19871016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4D936-A2C2-4958-0CCB-8015A0D3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4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F6B32-A551-BFFE-A90B-ADA0441B0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96BAD-C2C3-7B60-ECDE-BDC57B508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519A3-5B48-B436-FD03-BF9D89F8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2B7DC-B5F8-FAC0-C46C-47029F33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43249-7F19-DEBA-03FE-E5F643BB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1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9E020-D09F-10FA-421C-C817B24C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86D30-BD58-FD30-853A-102C3E729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FECC7-99F2-D36F-AE18-708C73224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F6DA8-57BA-E248-A896-03AB8E7CD41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646F-1AC8-4A1D-232B-FB913ACE6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2CAEB-9993-C544-A2C7-B4808B707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17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F3B996-03CA-4CA9-10FB-E997EE0D9CE4}"/>
              </a:ext>
            </a:extLst>
          </p:cNvPr>
          <p:cNvSpPr txBox="1"/>
          <p:nvPr/>
        </p:nvSpPr>
        <p:spPr>
          <a:xfrm>
            <a:off x="419100" y="2767280"/>
            <a:ext cx="7013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4E2C80"/>
                </a:solidFill>
                <a:latin typeface="Periodico Text Rg" panose="02000503060000020004" pitchFamily="2" charset="77"/>
              </a:rPr>
              <a:t>Northwestern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C71A3-DAE7-0E3C-AB27-85F435CFF9EC}"/>
              </a:ext>
            </a:extLst>
          </p:cNvPr>
          <p:cNvSpPr txBox="1"/>
          <p:nvPr/>
        </p:nvSpPr>
        <p:spPr>
          <a:xfrm>
            <a:off x="7203948" y="2876549"/>
            <a:ext cx="46005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latin typeface="Akkurat Pro" panose="02000503030000020004" pitchFamily="2" charset="0"/>
              </a:rPr>
              <a:t>| MEDILL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5FD45-CD05-F603-6656-30DAFD70D8B3}"/>
              </a:ext>
            </a:extLst>
          </p:cNvPr>
          <p:cNvSpPr txBox="1"/>
          <p:nvPr/>
        </p:nvSpPr>
        <p:spPr>
          <a:xfrm>
            <a:off x="387475" y="4199988"/>
            <a:ext cx="11417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Akkurat Pro" panose="02000503030000020004" pitchFamily="2" charset="0"/>
              </a:rPr>
              <a:t>Northwestern Medill School’s thought leadership hub</a:t>
            </a:r>
          </a:p>
        </p:txBody>
      </p:sp>
    </p:spTree>
    <p:extLst>
      <p:ext uri="{BB962C8B-B14F-4D97-AF65-F5344CB8AC3E}">
        <p14:creationId xmlns:p14="http://schemas.microsoft.com/office/powerpoint/2010/main" val="402507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Akkurat Pro</vt:lpstr>
      <vt:lpstr>Aptos</vt:lpstr>
      <vt:lpstr>Aptos Display</vt:lpstr>
      <vt:lpstr>Arial</vt:lpstr>
      <vt:lpstr>Periodico Text Rg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3</cp:revision>
  <dcterms:created xsi:type="dcterms:W3CDTF">2026-02-03T20:59:17Z</dcterms:created>
  <dcterms:modified xsi:type="dcterms:W3CDTF">2026-02-03T21:10:20Z</dcterms:modified>
</cp:coreProperties>
</file>