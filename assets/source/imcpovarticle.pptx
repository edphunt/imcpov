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2ED5-840F-1587-2FDC-E7E37694A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C13B2-EC10-980D-0E87-480E437D6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F5200-4BC6-2AC4-081A-861B33EE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4BC8D-F5E5-E553-EBEC-D6AA108F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4FD6-AE9D-CEFF-0129-83F2E7C0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3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4E02-9D62-DA39-E814-7A22EB0E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4BA6-8BBF-5F75-7800-BBC92BA98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5982-492A-25DC-11F1-B5C8DAA8F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CEDE5-F6F2-22A9-A78B-FD12C871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D8085-A122-4260-48A9-91056F30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0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7861-86BF-ED39-E253-75E099397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6044A-F8E5-FA51-23C3-5EBEC4138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B1C4D-D063-335A-7C99-6F120E99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78F53-F3BD-0013-50A8-2272D520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0DA03-8A28-56F9-B74D-A4072DF6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0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5294-50B9-261C-F89B-5A7C731B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3BB5-EE48-9F9F-49D1-F67B4B840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FBA89-AA35-524F-BFB6-32C0E8A0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B8924-30CE-BC71-F922-AEA5904A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767AA-FA68-ACDD-4BEA-08F73A48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0FE45-C0C8-9713-1787-68CFCD8F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9B8DA-EC60-A0BF-8A79-DA7EA0BDA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16D5C-F6D0-46FA-541C-CDAE09761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18D00-22C8-A37D-C41F-BA0DF3DA6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DA7E2-9A05-C547-FB0B-7FEFF6F5A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9A29B-0C08-1228-BCDC-E55199098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084D7-AC5B-94BE-C4C3-0083C4F8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4504D-7388-8F44-3CD7-735AB27A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24C63-BABF-DF57-955F-435AA0F6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3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14D9-3958-D71A-B9A3-31FB4AB0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936FF-04BE-4911-04B4-8C616FCB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E2857-31E4-9C5C-C1E7-705CDA31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B69D6-53A0-1A79-B576-194B6B6E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2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1F659-4BC9-A27B-FC3F-FD72B8B0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2CF7C-5FA3-DB69-2988-39DB4375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1D563-4573-4EAE-31BB-C66679C2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6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7985-B117-D81C-CEB6-430F0933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631BA-BE9D-63D2-6E97-D918D6D29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128E1-E340-E19D-DE7B-5F9C0F4C9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6B435-66EB-AD95-5127-1FD95C883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BF6D9-BD93-963D-7DA1-A338806A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383-0F15-D4BD-39A4-2A749DDA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1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EC08-251F-A0EE-67CD-097CC5FB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A39EC-73D9-6D89-241A-6004F8D6B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E13C5-C951-1D26-AE66-4CE20D96C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ADE2B-9B5F-9B27-CF3C-45427414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E756-8893-5C9C-76D6-4AB5B936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3CB13-7B04-25CA-935F-BE4C186E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BE69-15D6-C9DA-E67D-E0BE4A96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B27E0-D012-0A04-A2A7-003F9CB9B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6A3C4-2962-CAAF-FA7C-21E83A60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1398-16FF-0F27-A361-A3DD7FE0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4BB5A-6A1B-05F5-1230-F680AE58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7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7AA36-14A4-52E9-4126-9A3708EBC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D7D20-16B9-1531-8815-73BC99B68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2323-14DE-D300-AE1F-393F3572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A9161-EDF4-FF5A-40EF-748F4B28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09521-0731-5408-61C6-ED98E7ED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0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2ED676-03C1-A9A3-D299-29719FDE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1FD86-9D00-C44A-400D-1DFEF008B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F5625-C6E6-A07F-B77D-7C610F153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4724E-3A37-0B42-B562-87BA7AA57717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E66EC-8425-0880-DCF7-EDE690D29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ECCFA-FF64-027E-13C2-FA1926A35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3C20A-43FE-5C4D-BF68-226AC6B8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9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74CA1A-A195-8D78-C5F9-05EFC648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9" y="0"/>
            <a:ext cx="6858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E55D9C-D4A3-C2C1-B9B6-F9C691854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45" y="339707"/>
            <a:ext cx="4206110" cy="62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5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1</cp:revision>
  <dcterms:created xsi:type="dcterms:W3CDTF">2026-02-04T23:53:49Z</dcterms:created>
  <dcterms:modified xsi:type="dcterms:W3CDTF">2026-02-04T23:54:41Z</dcterms:modified>
</cp:coreProperties>
</file>