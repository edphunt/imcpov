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10"/>
    <p:restoredTop sz="94689"/>
  </p:normalViewPr>
  <p:slideViewPr>
    <p:cSldViewPr snapToGrid="0">
      <p:cViewPr>
        <p:scale>
          <a:sx n="116" d="100"/>
          <a:sy n="116" d="100"/>
        </p:scale>
        <p:origin x="1032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66545-8194-784F-0B19-EB88E9BF93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9FAD99-5ECB-CEBA-E04D-8DFA0F0B05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2570D5-09FE-8785-A094-BCEBA9905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9C5F0-0072-7F47-8B56-6764C65B7A38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25E56-1A7C-70C5-1665-0D75239C4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5974E-FAB1-9E37-1E00-932B08463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FAB08-D7CE-D944-A88F-90A59ECDB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60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D5CED-B449-6CE3-A86B-641D2D0E4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36E47-719B-6655-049B-66330A933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16BDF-9A01-9F03-C51A-AFF7022FB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9C5F0-0072-7F47-8B56-6764C65B7A38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78B5C-CF2E-DD50-EF26-29C406E9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FF3CB-829E-098F-E91C-EE347D24E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FAB08-D7CE-D944-A88F-90A59ECDB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504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DE26D-511A-D9B7-9A36-9F0303E0F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CC0740-7F62-64A3-1427-E15D1D41B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E2827-F263-4B90-6BBF-FDC19D613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9C5F0-0072-7F47-8B56-6764C65B7A38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9A079-2763-6AAF-618D-C23FD0CF4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FEE27-552C-C1C1-C1BE-602736938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FAB08-D7CE-D944-A88F-90A59ECDB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966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F090A-8297-465B-4C42-D35491A95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36350-239C-98BC-6EF5-135FEA4BC8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4EC1EA-670E-523A-F004-27FE96E65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FCA163-B3AB-A666-AF9B-06990AFC0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9C5F0-0072-7F47-8B56-6764C65B7A38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844471-6ED6-8D38-D640-29ACD716C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96ECBD-E646-A961-1DA8-A848CD960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FAB08-D7CE-D944-A88F-90A59ECDB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010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1BB42-F425-1DB0-7DC7-AD45FF375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72387C-CA42-6A73-C003-D5C6126AF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E4E1D5-D24E-0218-61FD-8F4A60C1E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ABC518-6656-68AE-ECED-195B7C8786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CE4BE8-BDDC-C547-F6F8-42EDB6FBE2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FB751B-5C72-AEBF-0B75-FCBBAD6EB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9C5F0-0072-7F47-8B56-6764C65B7A38}" type="datetimeFigureOut">
              <a:rPr lang="en-US" smtClean="0"/>
              <a:t>2/4/26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783025-C986-CAA4-0331-4F2AA4C8E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6698FF-3B8B-F2F4-7E40-1A5B824FF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FAB08-D7CE-D944-A88F-90A59ECDB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86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BEC59-CD9A-EDA2-F297-967352780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CCC93-6175-A349-F78B-33798E9BA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9C5F0-0072-7F47-8B56-6764C65B7A38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3742E4-630C-3B4C-74D1-9A06D204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DE90F6-9C90-17A6-DF01-AD489AE3F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FAB08-D7CE-D944-A88F-90A59ECDB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269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18C934-67AE-0795-83EF-0190E9DA5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9C5F0-0072-7F47-8B56-6764C65B7A38}" type="datetimeFigureOut">
              <a:rPr lang="en-US" smtClean="0"/>
              <a:t>2/4/26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4A71F7-1E44-1501-48D0-C784770B5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53D510-380C-BF11-95D1-4AD6508C8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FAB08-D7CE-D944-A88F-90A59ECDB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870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41D5F-C9E7-052E-67A9-ECCAFAA60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1A13A-4976-DBCA-6EA2-1C66E4947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C114CE-9314-D70C-F777-8A1B5388C8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BFDEE0-5F76-4D8A-ACF7-C666143CA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9C5F0-0072-7F47-8B56-6764C65B7A38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C02A79-973A-5CD7-1AC0-83577FFE7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6B2649-881D-7787-0A72-FC74CC08B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FAB08-D7CE-D944-A88F-90A59ECDB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160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219BD-B814-4AEB-6ECE-6F91DDF35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7A0B05-3BF8-D50C-5163-8A004ED20A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EFC8BF-B116-5584-0CF1-DF652328EE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882FBF-5327-58C6-F7C4-A3B43F6B1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9C5F0-0072-7F47-8B56-6764C65B7A38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6B0C82-494D-573D-44BD-83A07A4BA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DBAE7-C40F-4C99-B1D6-67CF1201A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FAB08-D7CE-D944-A88F-90A59ECDB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092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21085-ACDE-B8FB-C0BA-60BFC1638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BD3351-B66C-4342-94B9-68627E2D93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4B67B-1AAA-6BE0-FD95-3D9F6D8B2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9C5F0-0072-7F47-8B56-6764C65B7A38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F0197-70AD-2E9F-B494-ED24DB016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B5A76-DC17-ED4B-13A2-E02B1378D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FAB08-D7CE-D944-A88F-90A59ECDB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809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C2773B-74D7-47F9-D3AF-15B48F3362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313F2F-C6CE-2D36-5E1D-DF435F26CE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D99D8-0A1F-30D9-DCE5-B96A9B964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9C5F0-0072-7F47-8B56-6764C65B7A38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61C6C-19EA-A27A-9B19-F0A774158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62D96-50C8-197C-8AE5-3C52AF32C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FAB08-D7CE-D944-A88F-90A59ECDB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295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DBA2CB-ED4E-6299-747A-E505D30FF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A9434-A920-C680-6039-5379AD6B7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838C4-6796-3844-CCAB-9ADE215AFF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69C5F0-0072-7F47-8B56-6764C65B7A38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84D84-3F51-99F6-9987-C505493241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AED18-CFB3-1075-7793-658F80552E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EFAB08-D7CE-D944-A88F-90A59ECDB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796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750962-9833-F474-88B1-D249B7F96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754463-673C-20DA-84BC-F1BA52E7E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9821" y="121187"/>
            <a:ext cx="2192357" cy="308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953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 Hunt</dc:creator>
  <cp:lastModifiedBy>Ed Hunt</cp:lastModifiedBy>
  <cp:revision>1</cp:revision>
  <dcterms:created xsi:type="dcterms:W3CDTF">2026-02-05T01:18:39Z</dcterms:created>
  <dcterms:modified xsi:type="dcterms:W3CDTF">2026-02-05T01:20:48Z</dcterms:modified>
</cp:coreProperties>
</file>