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665"/>
    <p:restoredTop sz="94713"/>
  </p:normalViewPr>
  <p:slideViewPr>
    <p:cSldViewPr snapToGrid="0">
      <p:cViewPr>
        <p:scale>
          <a:sx n="37" d="100"/>
          <a:sy n="37" d="100"/>
        </p:scale>
        <p:origin x="192" y="2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8E413-E916-997D-72E0-05729D665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CFA0C-E688-5EC8-B9FD-E3A75FEA0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F61DD-1EB3-BA4F-0965-D258DD508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997A-1C4E-C049-AC48-297802DAD2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888FA-EA10-D917-09AF-8CD0126B7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F5F1A-9C1B-207A-6A7A-D354BC534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CA5F-B896-4B48-B321-AC85BFEDA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7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8E395-F4B3-8469-E5C9-0E5DFF76D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C375E-BCF7-44C1-7AC3-7EC394496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3985A-087A-063B-BCBA-B1C4033AB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997A-1C4E-C049-AC48-297802DAD2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811F0-5C3C-F290-2B08-E27E29F21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0DF1A-D0FA-6A69-E49B-58D8A1987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CA5F-B896-4B48-B321-AC85BFEDA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718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13E25-A4E1-A868-B104-986328D22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302498-5D5C-A292-2206-4F4EAFF01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E11B9-946C-C496-C972-35CDD0D8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997A-1C4E-C049-AC48-297802DAD2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0DBD-28A2-5F35-9340-36CE23385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933C8-D565-6029-D845-892A47F4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CA5F-B896-4B48-B321-AC85BFEDA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76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07F45-AD8D-FA3D-C3D6-9E07C497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C61EF-9D39-4FB5-3E7F-8A72E5D6F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61A7E-61E3-BC61-60DB-EDA0ECC77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20A7A-EF07-5A10-74AE-2BECE95FF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997A-1C4E-C049-AC48-297802DAD2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AF499-AE28-C695-254D-1DEF0E7A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AF3BC-669E-C89A-FA23-D0FD238D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CA5F-B896-4B48-B321-AC85BFEDA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5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F8763-7329-FD08-281C-19E8B1A0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3187C-96B7-96E0-CE3A-22E6A0A68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C2892-8B38-11A1-CAE7-BBC778094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04123A-93CC-9B07-3663-A3D729135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05C65-B545-9660-5A87-9BB0A7AB6B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11492-1EBB-84AB-4BE4-5CCAB90F7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997A-1C4E-C049-AC48-297802DAD2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ABCF57-9FBA-64A1-8F1F-1CA5BC42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314D-B69C-0BFF-85F1-440F6351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CA5F-B896-4B48-B321-AC85BFEDA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67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C3770-A95F-148C-20AD-30131CCE9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8CE02-CF02-F88C-EC3F-CB799DFAA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997A-1C4E-C049-AC48-297802DAD2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62133-CB35-C2E6-DD14-8B7B41AB3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F9169-CF1F-34BB-F29F-E4793311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CA5F-B896-4B48-B321-AC85BFEDA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8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F74F5-CC45-13CE-B4CC-6FAF0948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997A-1C4E-C049-AC48-297802DAD2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0D8DA-E08F-299D-AFB7-C46D54D4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167A9-4CEC-6925-454A-E8DFB934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CA5F-B896-4B48-B321-AC85BFEDA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59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87A2E-809E-98D6-553C-7989E93FC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09132-9063-5763-6704-D8E91487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EE7C-E39F-1042-032B-45856632F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B648F-15B1-16D1-9B4E-55801E93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997A-1C4E-C049-AC48-297802DAD2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2ED36-F05A-7D04-C8DA-9D1630EAC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248A2-29AF-9709-C1F8-1550F567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CA5F-B896-4B48-B321-AC85BFEDA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FCC21-30C5-5536-A2B9-AB4C8A33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75D13-1BA8-B182-4273-D91435331E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72E64-BBC6-2BCD-4E6D-4FC45073A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B23DA-34A9-115E-86D1-4228BCEB8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997A-1C4E-C049-AC48-297802DAD2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A27AE-9F3B-6A78-80EC-376918436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28986-2311-2317-700E-C9609E6F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CA5F-B896-4B48-B321-AC85BFEDA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948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C2A30-0051-BD65-77DB-636FCF42A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35774-E7F9-4E4D-2B5D-0FAA4683E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AF15B-F458-597D-530C-17E76BED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997A-1C4E-C049-AC48-297802DAD2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C7933-4A4A-5AC6-3D69-571624740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93165-84B4-94EE-F748-607D842C4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CA5F-B896-4B48-B321-AC85BFEDA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3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8060C6-9D75-0728-85F5-1B4CBD792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088AD-DCB6-F25F-0CA0-CD5E44872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ACD86-98B1-CE90-4EF9-787D08157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7997A-1C4E-C049-AC48-297802DAD2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B7AAA-8E07-13F1-AE6E-385A504B6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6611F-6918-E955-2B2E-50E8E5F8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9CA5F-B896-4B48-B321-AC85BFEDA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81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127BE-2441-8B62-EC89-69505F5CD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66A80-79C9-0BA7-5491-B74B34E56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66CCB-CFA3-484E-E5EE-221FCAF0F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7997A-1C4E-C049-AC48-297802DAD2D0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78E43-DD8D-BF2F-26F2-185BF4886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FAB3E-A5D1-3CCA-370B-36B009E23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9CA5F-B896-4B48-B321-AC85BFEDA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05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8EB34D-A505-5F31-1AA3-30FE23820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8E075E-71CA-0A11-A8C0-C129CA65C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391" y="197524"/>
            <a:ext cx="3535218" cy="52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968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Hunt</dc:creator>
  <cp:lastModifiedBy>Ed Hunt</cp:lastModifiedBy>
  <cp:revision>1</cp:revision>
  <dcterms:created xsi:type="dcterms:W3CDTF">2026-02-04T19:43:47Z</dcterms:created>
  <dcterms:modified xsi:type="dcterms:W3CDTF">2026-02-04T19:45:08Z</dcterms:modified>
</cp:coreProperties>
</file>