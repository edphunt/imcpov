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2D23-751D-D26E-7370-8710C7223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2833F-2F80-5085-B4C6-8DE531CEE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17347-6CE7-4BF4-447E-108DC560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FB53A-A089-0FC3-B85B-9AE7FB0A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580B8-5F41-277E-715C-E423369D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80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51BE-9AA1-EA36-94D8-095BF55A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116B8-476E-F888-169D-C13678CA9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0B49A-B5EB-C6CA-05A8-01F2432C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9A714-6F03-0268-BBB5-9BB0977D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B7DFB-E31E-C8FE-506F-FACA06F5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CDCC-CA4F-22A0-3D7B-D413A4CD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D9512-D15C-7E10-CA45-29DD7E9B8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2634-AF0B-0767-C965-7E7E4665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EE03D-2E5D-B73C-8302-8137FE9A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EAD6B-5ADC-EB2E-7EBA-F6D76353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0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82B6-A7E2-569E-7014-6D53363D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38269-C9BC-9F24-C6BA-1548B463C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58274-CD2B-3BB5-B1A8-D5436A4FA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AFC11-CF17-6EFE-F68A-534D1813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81719-2BD0-B9BC-2CBB-BF125E90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63D0D-538D-BC23-A2C6-19078A3D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1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101B-7C71-E747-E21A-E0024A09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5A234-3616-B00B-32D2-1FFFF4496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B0C2B-D54A-4AEA-48DC-65F11DE90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B6514-1DCD-2294-F00E-3BE490903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5031A-6720-50E9-E74E-1BBBC8301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3F734-3D59-1A18-411C-90D7DED2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65F30-032D-E142-0F9A-1CE01C1B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15CDB-920D-3080-31E0-31B2069B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7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5A7A-BAED-1385-80A9-DD95DDD2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E3EB5-3404-1237-20BF-76038769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F75D5-2EB3-D24C-E9C8-38ACB06A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6A834-0B97-41C0-B6CA-8167E4F9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8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CB4E3-F21E-4ACF-8F3D-1D22F988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A85EB-FB3B-7DB1-0D7A-00C2F93B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9941-4508-5669-0721-B31A5836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9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DBA7-1475-1E5D-C3DC-6C4CFD68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7D74-0565-30A2-0995-D42A16570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EC99C-144D-49F5-B2EE-AD824C633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54558-9EA9-AB40-97CC-276B9789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3FB70-C492-9658-F38E-8D4F57D5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3282C-B075-5CBB-85D4-BBD75149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6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71E2-03AF-7EF8-F611-ECD9E971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0C5FE-A821-94F2-9A42-07E41B7AB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71A36-DFE2-E714-B662-A659EA112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2C3A0-6956-1AC8-0915-07D791AB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984F3-6E22-47FA-8C94-9F1D08CF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1EDAF-C515-56C5-5E30-D77B85C9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1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DAE2-6AA4-A1A8-1F46-64CFAB19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B6E61-26BB-F79D-4638-42A6F706F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EBB25-ECC7-22FA-5F8B-47BB1416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BC88A-10D3-A786-12E5-73D450AD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0739-6FE2-E210-F370-69AF8B6F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DD76E-D03E-2DA1-3EAE-BC91AA6D4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BB964-26FF-C4BC-FDBD-435BF5227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F208-8186-5E75-BB36-CE5111F9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BBC2A-4251-3E25-D940-47C146B4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D14B8-65C3-B7C5-55C5-6F767B03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7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1A02C-9834-A4CC-FE80-8A8C0C71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F3F8F-1BB6-9366-B731-49D6795FA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0DACA-DEC7-EDBD-2D60-69409B9D8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F6788-A670-3147-BAC2-1369DFC4480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B4DF6-0719-44C3-A739-1497AFF27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B7FF-CA9C-EC50-333F-56AA06668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77F93-52A6-E54F-9252-F1D49D84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3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438B9E-BDA5-57C1-0D5C-02FA7E659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FBC75-CC85-2D1C-84D9-2D48044E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712" y="514518"/>
            <a:ext cx="5060576" cy="7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1</cp:revision>
  <dcterms:created xsi:type="dcterms:W3CDTF">2026-02-05T01:25:06Z</dcterms:created>
  <dcterms:modified xsi:type="dcterms:W3CDTF">2026-02-05T01:25:44Z</dcterms:modified>
</cp:coreProperties>
</file>