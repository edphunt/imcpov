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56"/>
    <p:restoredTop sz="94689"/>
  </p:normalViewPr>
  <p:slideViewPr>
    <p:cSldViewPr snapToGrid="0">
      <p:cViewPr>
        <p:scale>
          <a:sx n="74" d="100"/>
          <a:sy n="74" d="100"/>
        </p:scale>
        <p:origin x="2632" y="1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3570B-804C-6269-12C6-6D6C4923FF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0C9AB3-A927-108B-D874-94A18C3D02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7F996-ED16-B5D5-1876-AF8D273CF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0569D-81B5-9344-9218-229B5D392C4D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A8248-9674-1326-CA37-FB083B5ED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BC455-B7AA-F71A-838D-2F6389B35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53D5-595A-484A-BED8-1603E4F41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287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F8374-74B3-BDBB-AD78-D1A08BF4F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7B888-2A75-2316-7EAE-C8FF75A28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ADB8A-96DC-02C3-5B7A-E12DBFF01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0569D-81B5-9344-9218-229B5D392C4D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8C952-BE1A-3F2C-7BFE-553906FFD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3B7E0-60EB-104B-4330-3C7997F61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53D5-595A-484A-BED8-1603E4F41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283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32EE3-5390-0CC0-22CC-13F569BEC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A7DED-84AE-F633-DB09-2B0E73CDF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EF16E-7B90-0462-6616-E125DBE38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0569D-81B5-9344-9218-229B5D392C4D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70192-DEFE-D323-1A32-EBDAB8266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99254-6013-5FA5-1F97-31C33A7FC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53D5-595A-484A-BED8-1603E4F41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790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D3F36-246A-B9EC-0E1A-EE4CB22DC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D56EE-4B40-0004-380F-DB2D5D4125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5E0884-BE99-F5E0-B40F-1FBF42574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CEF66-0FBA-B317-2E2D-D0DCFAB3F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0569D-81B5-9344-9218-229B5D392C4D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D3027-D5CA-ABF1-E754-A11E4D42D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85CA1-D77F-1E2E-D542-ABE435054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53D5-595A-484A-BED8-1603E4F41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680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32C1E-6A95-ABF6-0282-2D9087E58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EDCF6A-C58D-6C9C-C507-CAF199614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8187F4-349D-3424-B096-775F1935A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5C9592-FED8-6015-77CB-35A53E38D5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84AB98-8E4B-2AFC-97D7-7CF4155590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A6AA6D-3523-6862-3C37-45122BF2B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0569D-81B5-9344-9218-229B5D392C4D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350BB1-D150-D1F0-5D73-6387A78E5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EBD817-B73C-72B4-49CF-46F0B446A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53D5-595A-484A-BED8-1603E4F41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562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9995B-F97C-0C25-1A2D-3FE0E63B9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5279A-E911-5A58-FE43-6C1AF83EC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0569D-81B5-9344-9218-229B5D392C4D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0B4A5E-00F4-770D-9395-E87C273ED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5D0ECE-6A1F-37E3-797A-7B922E9D0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53D5-595A-484A-BED8-1603E4F41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39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958EC0-67D1-14B3-D446-1F3A95154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0569D-81B5-9344-9218-229B5D392C4D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DD508A-4724-44C1-64B4-E4B99B3F0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FFA5D-584B-73FB-0435-B65D81D8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53D5-595A-484A-BED8-1603E4F41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24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5FACC-15AC-32C3-EF88-B4FF5D07C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A57CB-846A-6469-C346-11B09B443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72B4AE-3B98-9E59-67D6-988F233D99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BC427-ADB4-13C6-4729-DE58BD614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0569D-81B5-9344-9218-229B5D392C4D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A1C906-B96D-1102-E429-3A80B1B9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63EFF1-A738-59C7-F246-871D0D437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53D5-595A-484A-BED8-1603E4F41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801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8997B-DEB1-EE9A-D03F-102E29F6E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7BD674-58DE-A111-EA01-24418EBC04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30AF12-82A2-050D-1153-BD5747CB4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D7006-FC54-DACA-91B8-6D526308C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0569D-81B5-9344-9218-229B5D392C4D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AC743-C6B5-3972-067B-AC5408675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9AAB4-A9F7-2A82-BF9D-C7607A83B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53D5-595A-484A-BED8-1603E4F41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139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D973A-9659-6479-A145-0CD1604EB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17839A-7C24-117B-57E1-F56E2E8DB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1397E-5106-38D8-4758-6223E65A9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0569D-81B5-9344-9218-229B5D392C4D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06DB3-8CC2-07FD-6375-844118556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70070-6F1F-7EC3-6E6B-C21C7D2C3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53D5-595A-484A-BED8-1603E4F41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92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E3F9AE-B480-3AC0-83DF-176B985113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7484A0-FDBA-AAC2-E585-CEC8AFB1B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F9275-C3B3-A6E6-D2D1-FFCE70E35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0569D-81B5-9344-9218-229B5D392C4D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EC4BD-8442-519E-2F5E-00D913426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6C295-4B55-E4FF-61F8-CDAEAC1B6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53D5-595A-484A-BED8-1603E4F41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028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6011D3-9419-F9C2-1038-8860EF4E9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FCAD6-CD85-1C73-558B-C407404BD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1F204-8C3D-BEB7-013B-9EBA0FE880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C0569D-81B5-9344-9218-229B5D392C4D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5B9D8-9508-3289-75B6-E7313A75A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52655-2213-1F01-A31A-27E683E3B8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0E53D5-595A-484A-BED8-1603E4F41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675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uple of people sitting at a table&#10;&#10;AI-generated content may be incorrect.">
            <a:extLst>
              <a:ext uri="{FF2B5EF4-FFF2-40B4-BE49-F238E27FC236}">
                <a16:creationId xmlns:a16="http://schemas.microsoft.com/office/drawing/2014/main" id="{2A8FFFB2-2D4A-F22A-0961-A6D0F30ED4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" r="118" b="2"/>
          <a:stretch>
            <a:fillRect/>
          </a:stretch>
        </p:blipFill>
        <p:spPr>
          <a:xfrm>
            <a:off x="643467" y="776988"/>
            <a:ext cx="5291666" cy="53040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45B1DB-51A2-E3F9-B195-CBF377A06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741" y="2873310"/>
            <a:ext cx="4425738" cy="24825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9C6C14-3496-C712-142B-8A06E677C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776" y="2079560"/>
            <a:ext cx="5291667" cy="79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929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 Hunt</dc:creator>
  <cp:lastModifiedBy>Ed Hunt</cp:lastModifiedBy>
  <cp:revision>1</cp:revision>
  <dcterms:created xsi:type="dcterms:W3CDTF">2026-02-04T17:20:21Z</dcterms:created>
  <dcterms:modified xsi:type="dcterms:W3CDTF">2026-02-04T17:27:38Z</dcterms:modified>
</cp:coreProperties>
</file>